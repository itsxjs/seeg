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54"/>
    <p:restoredTop sz="94729"/>
  </p:normalViewPr>
  <p:slideViewPr>
    <p:cSldViewPr snapToGrid="0">
      <p:cViewPr>
        <p:scale>
          <a:sx n="113" d="100"/>
          <a:sy n="113" d="100"/>
        </p:scale>
        <p:origin x="21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0EEAE-DB80-0E4D-99EA-5A20A5AB5C40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6393F-B20A-AD49-BAF7-F06135C3C7C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6239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B6393F-B20A-AD49-BAF7-F06135C3C7CF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65241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1AEC-38E7-04ED-8B16-8762A681F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EF958-DF56-6BB5-F8A4-F1FE40179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6B1FC-942F-6FE7-62D8-5E546F11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0E96-5B85-8A45-B573-2E3EA0DED278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F7A67-E881-9609-2EC1-65A68F8B6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EDB6A-0178-69B1-CECC-37501FE0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9F45-8DD6-E945-913D-8559E51F15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15906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A823-7EB0-1642-3759-A1FE52363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28B8C-E484-486F-0DA4-628143E8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02F8D-56DE-C22B-7E7A-7BEBC548C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0E96-5B85-8A45-B573-2E3EA0DED278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FA967-D834-99C4-219A-97E094B54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F8D6E-A146-8819-FD29-701BFAB0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9F45-8DD6-E945-913D-8559E51F15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44295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0780-4F28-320B-273B-9C12590BC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E41DC-C8AF-0434-A986-758D91636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6CB74-E9EB-FF13-8A3C-C71D764E3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0E96-5B85-8A45-B573-2E3EA0DED278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7C271-F7BA-936E-94C7-376FFA4D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46123-2FC9-F044-1B04-ECDE69F4D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9F45-8DD6-E945-913D-8559E51F15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21842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3C44-9E87-3A24-B32C-882180D1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F0242-A845-2AC0-391A-0195F4EF4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A516D-52D1-CDAD-14DA-0AFF32D03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8A0B5-2A17-9CB9-752A-05F5C55AF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0E96-5B85-8A45-B573-2E3EA0DED278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81EDD-6582-1455-5AD4-97D251D87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BB54C-DA5E-1D26-39B6-1B04D9359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9F45-8DD6-E945-913D-8559E51F15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88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BE3A8-C7AB-3972-2BCD-493E8D77E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25632-482F-1362-B00A-A714D4E4B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EB15B6-682B-61FB-F30B-A1160E24F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A49788-AAAF-54CC-2E5B-F9F7217ACF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3C5D94-8EA9-9D8B-F4AB-9595411E2C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75A5C-439A-2C94-D499-5D38CF83A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0E96-5B85-8A45-B573-2E3EA0DED278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316EBD-5067-273C-63FA-5B1CCABCD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F89EEC-2A1C-35A8-9820-B5570BCE5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9F45-8DD6-E945-913D-8559E51F15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70242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DC66C-A879-A6A3-87CC-C5EBF4176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65CFEE-05E4-BBB3-7A92-894092EE0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0E96-5B85-8A45-B573-2E3EA0DED278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E9D940-33DD-7B50-9848-ACD38E16F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D50900-9089-632B-8B29-772464E0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9F45-8DD6-E945-913D-8559E51F15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47302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364871-FD39-3CEC-CAD3-A476B7208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0E96-5B85-8A45-B573-2E3EA0DED278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582A07-1041-6301-A935-F65331F69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F646B-BB3D-CB76-8092-73DF5C3B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9F45-8DD6-E945-913D-8559E51F15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1297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EFB9F-6154-3EE1-A630-711F02AE7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E798B-387B-4F26-62FC-D836F9779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23BD2-CEA5-FCC7-3D64-A434D91A2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49F4A-A5B1-DD8A-7D5D-FF6CAB337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0E96-5B85-8A45-B573-2E3EA0DED278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2A77C-3207-488C-C544-381950645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BF669-A7DF-FC8F-D419-4A5B194B6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9F45-8DD6-E945-913D-8559E51F15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4613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EA5D0-6ABF-C748-F5BB-254A323C8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4D147D-BFBC-8A75-07D1-B86D182182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E6E13-AD7A-AA83-8243-2343EEC42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4D1B4-578F-225B-090E-4FAADFF4E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0E96-5B85-8A45-B573-2E3EA0DED278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430C6-224C-CC82-A8FB-5840B6A55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61F77-6A91-52E5-22E3-19A1D5AB3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9F45-8DD6-E945-913D-8559E51F15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80431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3F4D7-3AC7-1855-BF1F-A64DB4438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FB9CA9-8268-A682-1929-56812A5AB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B5F8A-D242-6641-A1F8-C885077C9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0E96-5B85-8A45-B573-2E3EA0DED278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E225-C31A-7E6B-7A15-133AE49B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606C8-11C1-244F-AA5F-07E5FBD3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9F45-8DD6-E945-913D-8559E51F15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18869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3BA6B-F256-EA43-2FE6-489642CFC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64C74E-3A41-F6E1-54E7-5F1C5B06E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E3D6B-0469-C5B9-5952-837A79DA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0E96-5B85-8A45-B573-2E3EA0DED278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7C14C-BD33-AD4C-A77A-977DB95A6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9091A-908C-2612-639D-EF97B1F8B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E9F45-8DD6-E945-913D-8559E51F15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21750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98616-503D-25CD-228D-5A0053ADB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B5831-11DC-8FBE-1E1C-C109E5253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13AA6-72F4-3934-B23B-033E48FB73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00E96-5B85-8A45-B573-2E3EA0DED278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98379-EB6B-FB7D-39D0-9232E57CE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9CF39-722B-AB10-69C4-2E7006671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E9F45-8DD6-E945-913D-8559E51F15D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4890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CF3D4-AEA5-7BCC-7072-3F22C6231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582" y="0"/>
            <a:ext cx="3911881" cy="798656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latin typeface="Songti SC" panose="02010600040101010101" pitchFamily="2" charset="-122"/>
                <a:ea typeface="Songti SC" panose="02010600040101010101" pitchFamily="2" charset="-122"/>
              </a:rPr>
              <a:t>4.22</a:t>
            </a:r>
            <a:r>
              <a:rPr lang="en-CN" sz="2800" dirty="0">
                <a:latin typeface="Songti SC" panose="02010600040101010101" pitchFamily="2" charset="-122"/>
                <a:ea typeface="Songti SC" panose="02010600040101010101" pitchFamily="2" charset="-122"/>
              </a:rPr>
              <a:t>徐嘉晟工作汇报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413E6-6D95-A25B-E8EB-FA1FA8BF6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582" y="5119368"/>
            <a:ext cx="3856129" cy="135973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altLang="zh-CN" dirty="0">
              <a:solidFill>
                <a:srgbClr val="0070C0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just">
              <a:buFont typeface="Wingdings" pitchFamily="2" charset="2"/>
              <a:buChar char="Ø"/>
            </a:pPr>
            <a:r>
              <a:rPr lang="zh-CN" altLang="en-US" sz="1800" dirty="0">
                <a:solidFill>
                  <a:srgbClr val="0070C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改图</a:t>
            </a:r>
            <a:r>
              <a:rPr lang="en-US" altLang="zh-CN" sz="1800" dirty="0">
                <a:solidFill>
                  <a:srgbClr val="0070C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&amp;</a:t>
            </a:r>
            <a:r>
              <a:rPr lang="zh-CN" altLang="en-US" sz="1800" dirty="0">
                <a:solidFill>
                  <a:srgbClr val="0070C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整理结果</a:t>
            </a:r>
            <a:endParaRPr lang="en-US" altLang="zh-CN" sz="1800" dirty="0">
              <a:solidFill>
                <a:srgbClr val="0070C0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just">
              <a:buFont typeface="Wingdings" pitchFamily="2" charset="2"/>
              <a:buChar char="Ø"/>
            </a:pPr>
            <a:r>
              <a:rPr lang="zh-CN" altLang="en-US" sz="1800" dirty="0">
                <a:solidFill>
                  <a:srgbClr val="0070C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写</a:t>
            </a:r>
            <a:r>
              <a:rPr lang="zh-CN" altLang="en-CN" sz="1800" dirty="0">
                <a:solidFill>
                  <a:srgbClr val="0070C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论文</a:t>
            </a:r>
            <a:endParaRPr lang="en-US" altLang="zh-CN" sz="1600" dirty="0">
              <a:solidFill>
                <a:srgbClr val="0070C0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52295ED-9403-9D1E-F643-368840E4D7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25"/>
          <a:stretch>
            <a:fillRect/>
          </a:stretch>
        </p:blipFill>
        <p:spPr>
          <a:xfrm>
            <a:off x="9613129" y="191547"/>
            <a:ext cx="2578871" cy="205121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2AF1069-5BA3-B608-0530-BD0D8F5C76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74"/>
          <a:stretch>
            <a:fillRect/>
          </a:stretch>
        </p:blipFill>
        <p:spPr>
          <a:xfrm>
            <a:off x="5564626" y="130431"/>
            <a:ext cx="4048503" cy="20061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A783F35-0C51-5202-CD5B-AAB52E332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383" y="5459818"/>
            <a:ext cx="2038570" cy="101928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7EB9D57-F7A4-2DB2-3CB6-464A8F13AD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5767" y="5459818"/>
            <a:ext cx="1766616" cy="105997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13EC62E-6F01-3AC5-6836-93BBE9EA77E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7708" t="5618"/>
          <a:stretch>
            <a:fillRect/>
          </a:stretch>
        </p:blipFill>
        <p:spPr>
          <a:xfrm>
            <a:off x="9613129" y="5339974"/>
            <a:ext cx="2335801" cy="13597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FFE5080-3D68-33DB-93C3-5176979B9995}"/>
                  </a:ext>
                </a:extLst>
              </p:cNvPr>
              <p:cNvSpPr txBox="1"/>
              <p:nvPr/>
            </p:nvSpPr>
            <p:spPr>
              <a:xfrm>
                <a:off x="190983" y="590279"/>
                <a:ext cx="5373643" cy="4389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buFont typeface="Arial" panose="020B0604020202020204" pitchFamily="34" charset="0"/>
                  <a:buNone/>
                </a:pPr>
                <a:endParaRPr lang="en-US" altLang="zh-CN" dirty="0">
                  <a:solidFill>
                    <a:srgbClr val="0070C0"/>
                  </a:solidFill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  <a:p>
                <a:pPr marL="0" indent="0" algn="just">
                  <a:lnSpc>
                    <a:spcPct val="110000"/>
                  </a:lnSpc>
                  <a:buNone/>
                </a:pP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短视频观看</a:t>
                </a:r>
                <a:r>
                  <a:rPr lang="zh-CN" altLang="en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中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是否有对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like/dislike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特应性反应的神经元？</a:t>
                </a:r>
                <a:endParaRPr lang="en-US" altLang="zh-CN" sz="1700" dirty="0"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  <a:p>
                <a:pPr marL="285750" indent="-285750" algn="just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聚类出两个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cluster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700" i="1" smtClean="0"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700" b="0" i="1" smtClean="0"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700" b="0" i="1" smtClean="0"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  <m:t>0</m:t>
                        </m:r>
                      </m:sub>
                    </m:sSub>
                    <m:r>
                      <a:rPr lang="en-US" altLang="zh-CN" sz="1700" b="0" i="1" smtClean="0">
                        <a:latin typeface="Cambria Math" panose="02040503050406030204" pitchFamily="18" charset="0"/>
                        <a:ea typeface="Songti SC" panose="02010600040101010101" pitchFamily="2" charset="-122"/>
                      </a:rPr>
                      <m:t>=22,</m:t>
                    </m:r>
                    <m:r>
                      <a:rPr lang="zh-CN" altLang="en-US" sz="1700" b="0" i="1" smtClean="0">
                        <a:latin typeface="Cambria Math" panose="02040503050406030204" pitchFamily="18" charset="0"/>
                        <a:ea typeface="Songti SC" panose="02010600040101010101" pitchFamily="2" charset="-122"/>
                      </a:rPr>
                      <m:t>    </m:t>
                    </m:r>
                    <m:sSub>
                      <m:sSubPr>
                        <m:ctrlPr>
                          <a:rPr lang="en-US" altLang="zh-CN" sz="1700" i="1"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700" i="1"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700" b="0" i="1" smtClean="0">
                            <a:latin typeface="Cambria Math" panose="02040503050406030204" pitchFamily="18" charset="0"/>
                            <a:ea typeface="Songti SC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700" i="1">
                        <a:latin typeface="Cambria Math" panose="02040503050406030204" pitchFamily="18" charset="0"/>
                        <a:ea typeface="Songti SC" panose="02010600040101010101" pitchFamily="2" charset="-122"/>
                      </a:rPr>
                      <m:t>=2</m:t>
                    </m:r>
                    <m:r>
                      <a:rPr lang="en-US" altLang="zh-CN" sz="1700" b="0" i="1" smtClean="0">
                        <a:latin typeface="Cambria Math" panose="02040503050406030204" pitchFamily="18" charset="0"/>
                        <a:ea typeface="Songti SC" panose="02010600040101010101" pitchFamily="2" charset="-122"/>
                      </a:rPr>
                      <m:t>3</m:t>
                    </m:r>
                  </m:oMath>
                </a14:m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），发现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cluster1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在观看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like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视频时有显著的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IFR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降低，且两个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cluster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之间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IFR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差异时域上显著。</a:t>
                </a:r>
                <a:endParaRPr lang="en-US" altLang="zh-CN" sz="1700" dirty="0"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  <a:p>
                <a:pPr marL="0" indent="0" algn="just">
                  <a:lnSpc>
                    <a:spcPct val="110000"/>
                  </a:lnSpc>
                  <a:buNone/>
                </a:pPr>
                <a:endParaRPr lang="en-US" altLang="zh-CN" sz="1700" dirty="0"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  <a:p>
                <a:pPr marL="0" indent="0" algn="just">
                  <a:lnSpc>
                    <a:spcPct val="110000"/>
                  </a:lnSpc>
                  <a:buNone/>
                </a:pPr>
                <a:r>
                  <a:rPr lang="zh-CN" altLang="en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可否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用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AI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标注出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Keles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数据集中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arousal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较高的片段，并在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sGC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中体现出相较简单按镜头切换作为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event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 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marker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的优势？</a:t>
                </a:r>
                <a:endParaRPr lang="en-US" altLang="zh-CN" sz="1700" dirty="0"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  <a:p>
                <a:pPr marL="285750" indent="-285750" algn="just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使用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VLM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：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Qwen2.5-VL-3B-Instruct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，本地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transformer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 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+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 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torch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推理，评估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arousal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和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confidence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。每个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2s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 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window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提取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4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帧图片和对应音频特征，共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477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个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windows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，最终选择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19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个</a:t>
                </a:r>
                <a:r>
                  <a:rPr lang="en-US" altLang="zh-CN" sz="1700" dirty="0" err="1">
                    <a:latin typeface="Songti SC" panose="02010600040101010101" pitchFamily="2" charset="-122"/>
                    <a:ea typeface="Songti SC" panose="02010600040101010101" pitchFamily="2" charset="-122"/>
                  </a:rPr>
                  <a:t>final_score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 &gt; 70</a:t>
                </a:r>
                <a:r>
                  <a:rPr lang="zh-CN" altLang="en-US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的片段。</a:t>
                </a:r>
                <a:endParaRPr lang="en-US" altLang="zh-CN" sz="1700" dirty="0"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  <a:p>
                <a:pPr marL="285750" indent="-285750" algn="just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700" dirty="0" err="1">
                    <a:latin typeface="Songti SC" panose="02010600040101010101" pitchFamily="2" charset="-122"/>
                    <a:ea typeface="Songti SC" panose="02010600040101010101" pitchFamily="2" charset="-122"/>
                  </a:rPr>
                  <a:t>final_score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 = 0.7 * </a:t>
                </a:r>
                <a:r>
                  <a:rPr lang="en-US" altLang="zh-CN" sz="1700" dirty="0" err="1">
                    <a:latin typeface="Songti SC" panose="02010600040101010101" pitchFamily="2" charset="-122"/>
                    <a:ea typeface="Songti SC" panose="02010600040101010101" pitchFamily="2" charset="-122"/>
                  </a:rPr>
                  <a:t>arousal_score</a:t>
                </a:r>
                <a:r>
                  <a:rPr lang="en-US" altLang="zh-CN" sz="17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 + 0.2 * confidence + 0.1 * </a:t>
                </a:r>
                <a:r>
                  <a:rPr lang="en-US" altLang="zh-CN" sz="1700" dirty="0" err="1">
                    <a:latin typeface="Songti SC" panose="02010600040101010101" pitchFamily="2" charset="-122"/>
                    <a:ea typeface="Songti SC" panose="02010600040101010101" pitchFamily="2" charset="-122"/>
                  </a:rPr>
                  <a:t>normalized_audio_salience</a:t>
                </a:r>
                <a:endParaRPr lang="en-US" altLang="zh-CN" sz="1700" dirty="0"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FFE5080-3D68-33DB-93C3-5176979B9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83" y="590279"/>
                <a:ext cx="5373643" cy="4389728"/>
              </a:xfrm>
              <a:prstGeom prst="rect">
                <a:avLst/>
              </a:prstGeom>
              <a:blipFill>
                <a:blip r:embed="rId8"/>
                <a:stretch>
                  <a:fillRect l="-471" r="-4471" b="-86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Picture 36">
            <a:extLst>
              <a:ext uri="{FF2B5EF4-FFF2-40B4-BE49-F238E27FC236}">
                <a16:creationId xmlns:a16="http://schemas.microsoft.com/office/drawing/2014/main" id="{D45BBCE0-90AD-CE90-EE71-86CBB97377C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99" r="1"/>
          <a:stretch>
            <a:fillRect/>
          </a:stretch>
        </p:blipFill>
        <p:spPr>
          <a:xfrm>
            <a:off x="5742432" y="2136605"/>
            <a:ext cx="6000084" cy="182249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A16F093-AB90-AB5F-20FF-8E1264B8EA5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6725"/>
          <a:stretch>
            <a:fillRect/>
          </a:stretch>
        </p:blipFill>
        <p:spPr>
          <a:xfrm>
            <a:off x="9026070" y="3968743"/>
            <a:ext cx="2840347" cy="133054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01EFD1E-B1BE-96F3-DD7B-4DFE21D87C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29317" y="4939024"/>
            <a:ext cx="3346450" cy="170443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8F6D52C-6159-4618-8838-FFEC186DED0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5255"/>
          <a:stretch>
            <a:fillRect/>
          </a:stretch>
        </p:blipFill>
        <p:spPr>
          <a:xfrm>
            <a:off x="5913512" y="3959104"/>
            <a:ext cx="3078367" cy="134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124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4934</TotalTime>
  <Words>163</Words>
  <Application>Microsoft Macintosh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Songti SC</vt:lpstr>
      <vt:lpstr>Aptos</vt:lpstr>
      <vt:lpstr>Aptos Display</vt:lpstr>
      <vt:lpstr>Arial</vt:lpstr>
      <vt:lpstr>Cambria Math</vt:lpstr>
      <vt:lpstr>Wingdings</vt:lpstr>
      <vt:lpstr>Office Theme</vt:lpstr>
      <vt:lpstr>4.22徐嘉晟工作汇报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TA17200</dc:creator>
  <cp:lastModifiedBy>TA17200</cp:lastModifiedBy>
  <cp:revision>63</cp:revision>
  <dcterms:created xsi:type="dcterms:W3CDTF">2024-10-16T15:43:40Z</dcterms:created>
  <dcterms:modified xsi:type="dcterms:W3CDTF">2026-04-22T08:29:38Z</dcterms:modified>
</cp:coreProperties>
</file>